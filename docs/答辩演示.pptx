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开场30秒：各位老师好，我们做的是白蕉海鲈养殖的投喂辅助管理平台，把一条完整业务闭环跑通，重点解决数据失效、重复提交、回执超时、实际量未知四个真实问题。27项验收场景全部自动化通过。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四个亮点每条20秒，重点讲三个量分列和不返回伪数据。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强调中间一步是人工确认；异常四分支都是需求书要求的，全部可现场演示。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这是需求书7.x的硬约束，页面截图可直接佐证：实测量未知时显示'未获取'。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被问技术选型时：SQLite默认+MySQL可切换；waitress生产服务器；所有图表手写SVG无外部库。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被问准确率：不做黑盒大模型，因为养殖场景可解释比准确率更重要，每一步都能被看懂。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数字都是实测：并发测试8线程16请求；性能为单机SQLite基准，报告在docs。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第三方测试专门复现过跨塘越权（用A02建议在A01下发任务），已修复为403并有回归测试。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把限制说成设计选择：识别结果是待确认事件是故意的安全设计；每条限制都有明确的下一步。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194560"/>
            <a:ext cx="6766560" cy="6766560"/>
          </a:xfrm>
          <a:prstGeom prst="ellipse">
            <a:avLst/>
          </a:prstGeom>
          <a:solidFill>
            <a:srgbClr val="0E5E5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4206240" cy="4206240"/>
          </a:xfrm>
          <a:prstGeom prst="ellipse">
            <a:avLst/>
          </a:prstGeom>
          <a:solidFill>
            <a:srgbClr val="3E8C84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CC4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软件实训课程答辩 · 智能渔业-3组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白蕉水产养殖管理平台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6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环境采集 → 智能建议 → 人工确认 → 任务下发 → 回执核查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394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FA8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面向珠海斗门白蕉海鲈养殖 · 一条可核查的投喂业务闭环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FA8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演示数据与建议仅用于课程联调，不作为实际养殖依据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建议 · 人工确认 · 设备回执 · 异常核查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给塘主和养殖员的「投喂决策辅助 + 执行留痕」平台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C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463040" y="2441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闭环完整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2468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建议→确认→下发→回执→核查是一条链，每一环有状态机，异常分支全部可演示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3337560"/>
            <a:ext cx="10149840" cy="0"/>
          </a:xfrm>
          <a:prstGeom prst="line">
            <a:avLst/>
          </a:prstGeom>
          <a:noFill/>
          <a:ln w="12700">
            <a:solidFill>
              <a:srgbClr val="D5E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472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C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463040" y="34655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三个量分列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31920" y="349300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建议量 / 确认量 / 实测量分别保存；设备无计量时显示「未获取」，绝不用确认量顶替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63040" y="4361688"/>
            <a:ext cx="10149840" cy="0"/>
          </a:xfrm>
          <a:prstGeom prst="line">
            <a:avLst/>
          </a:prstGeom>
          <a:noFill/>
          <a:ln w="12700">
            <a:solidFill>
              <a:srgbClr val="D5E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4714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C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463040" y="44897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不返回伪数据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451713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数据不足明确报错；相机离线显示「不可用」；把诚实做成产品原则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63040" y="5385816"/>
            <a:ext cx="10149840" cy="0"/>
          </a:xfrm>
          <a:prstGeom prst="line">
            <a:avLst/>
          </a:prstGeom>
          <a:noFill/>
          <a:ln w="12700">
            <a:solidFill>
              <a:srgbClr val="D5E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495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8C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463040" y="5513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质量有据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554126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第三方测试 6 个 P1 问题全部修复，27 项验收场景自动化 100% 通过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一条完整的投喂业务闭环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057400" cy="960120"/>
          </a:xfrm>
          <a:prstGeom prst="chevron">
            <a:avLst/>
          </a:prstGeom>
          <a:solidFill>
            <a:srgbClr val="0E5E5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环境采集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852928" y="1783080"/>
            <a:ext cx="2057400" cy="960120"/>
          </a:xfrm>
          <a:prstGeom prst="chevron">
            <a:avLst/>
          </a:prstGeom>
          <a:solidFill>
            <a:srgbClr val="0E5E56"/>
          </a:solidFill>
          <a:ln/>
        </p:spPr>
      </p:sp>
      <p:sp>
        <p:nvSpPr>
          <p:cNvPr id="7" name="Text 5"/>
          <p:cNvSpPr/>
          <p:nvPr/>
        </p:nvSpPr>
        <p:spPr>
          <a:xfrm>
            <a:off x="2990088" y="178308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校验与建议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02936" y="1783080"/>
            <a:ext cx="2057400" cy="960120"/>
          </a:xfrm>
          <a:prstGeom prst="chevron">
            <a:avLst/>
          </a:prstGeom>
          <a:solidFill>
            <a:srgbClr val="E8842C"/>
          </a:solidFill>
          <a:ln/>
        </p:spPr>
      </p:sp>
      <p:sp>
        <p:nvSpPr>
          <p:cNvPr id="9" name="Text 7"/>
          <p:cNvSpPr/>
          <p:nvPr/>
        </p:nvSpPr>
        <p:spPr>
          <a:xfrm>
            <a:off x="5340096" y="178308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人工确认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52944" y="1783080"/>
            <a:ext cx="2057400" cy="960120"/>
          </a:xfrm>
          <a:prstGeom prst="chevron">
            <a:avLst/>
          </a:prstGeom>
          <a:solidFill>
            <a:srgbClr val="0E5E56"/>
          </a:solidFill>
          <a:ln/>
        </p:spPr>
      </p:sp>
      <p:sp>
        <p:nvSpPr>
          <p:cNvPr id="11" name="Text 9"/>
          <p:cNvSpPr/>
          <p:nvPr/>
        </p:nvSpPr>
        <p:spPr>
          <a:xfrm>
            <a:off x="7690104" y="178308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任务下发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02952" y="1783080"/>
            <a:ext cx="2057400" cy="960120"/>
          </a:xfrm>
          <a:prstGeom prst="chevron">
            <a:avLst/>
          </a:prstGeom>
          <a:solidFill>
            <a:srgbClr val="0E5E5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40112" y="178308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回执与核查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0016" y="2862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系统算 · 人拍板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异常分支同样可演示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27614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数据失效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" y="4572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超量程标红排除，不进建议输入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92424" y="3931920"/>
            <a:ext cx="27614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93592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重复提交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93592" y="4572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请求编号幂等，回执去重不重复累计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81928" y="3931920"/>
            <a:ext cx="27614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83096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回执超时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83096" y="4572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转待核查 + 设备保持占用，不自动重发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71432" y="3931920"/>
            <a:ext cx="27614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7260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实际量未知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72600" y="4572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显示「未获取」，不用确认量补齐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设备占用机制：有未结束或待核查任务时，拒绝新的投喂任务 —— 防止重复投喂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DISCIPLINE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三个量分列：谁说的、谁改的、实际多少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7588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系统生成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全塘口径：鱼重×尾数×比例，温度/摄食系数参与，输入快照与规则版本全程可追溯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67588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8C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36008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人工拍板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6008" y="3108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养殖员可修改，改量必须填写原因；一条建议只允许确认一次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0456" y="1783080"/>
            <a:ext cx="367588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94776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94776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设备实测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94776" y="3108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回执带实测量记 measured；没有计量就是「未获取」，不拿确认量补齐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16636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E2EFE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硬约束　</a:t>
            </a:r>
            <a:pPr indent="0" marL="0">
              <a:buNone/>
            </a:pPr>
            <a:r>
              <a:rPr lang="en-US" sz="1500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三个量互不顶替、来源可标识（real / sim / manual / csv），界面区分演示数据与真实数据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三层架构 · 零外部依赖 · 离线可演示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321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表现层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651760" y="1783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响应式 Web 看板（纯 SVG 图表）· 微信小程序 · getUserMedia 拍照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8321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880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 / 服务层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651760" y="2880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Flask + waitress（生产级多线程）｜服务层承载状态机、统计口径、权限与校验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8321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977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51760" y="39776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SQLAlchemy ORM · SQLite（单文件即拷即用，可一键切 MySQL）· 21 张业务表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98280" y="1783080"/>
            <a:ext cx="2587752" cy="3108960"/>
          </a:xfrm>
          <a:prstGeom prst="roundRect">
            <a:avLst>
              <a:gd name="adj" fmla="val 2827"/>
            </a:avLst>
          </a:prstGeom>
          <a:solidFill>
            <a:srgbClr val="0E5E56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20116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终端仿真器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CC4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simulator/terminal.py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CEEE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 轮询取任务、回执上报；支持卡料 / 失联 / 超时故障注入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生产口径：默认 waitress 运行（非 Flask debug）· 前后端零外部依赖，拷贝文件夹即可演示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可解释的 AI：真训练、带指标、讲边界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7588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生长预测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称重记录 → 投后天数回归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日增重 · 达标天数 · 预计日期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67588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投喂量预测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36008" y="25603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日投喂量 ~ 生物量 + 日均温 回归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36008" y="3383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 1–7 天日投喂总量参考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0456" y="1783080"/>
            <a:ext cx="367588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94776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水质预测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94776" y="25603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 72 小时小时均值趋势外推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94776" y="3383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水温 / 溶氧未来 ≤24 小时走势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输出可追溯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49834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每条预测带模型版本、训练时间、样本数、R² / MAE 与适用边界（生长 ≤180 天、水质 ≤24 小时）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数据不足或未训练时明确返回原因 —— 不返回伪预测、不返回 0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纯标准库实现（正规方程 + 高斯消元），无重型依赖；预测只做参考，单次投喂仍走建议+确认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质量有据可查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6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 / 27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04088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验收场景自动化通过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33101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含越权、乱序回执、并发等回归场景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2424" y="1783080"/>
            <a:ext cx="276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5304" y="2057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93592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线程并发生成建议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592" y="33101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编号冲突回退重试，全部成功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81928" y="1783080"/>
            <a:ext cx="276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4808" y="2057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 31ms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83096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常用查询 p95 耗时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096" y="33101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批量采样写入 114 条/秒（本机基准）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71432" y="1783080"/>
            <a:ext cx="276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0A1F24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54312" y="2057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→ 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3726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 P1 问题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33101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全部修复并把复现场景变成回归测试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526280"/>
            <a:ext cx="11183112" cy="1371600"/>
          </a:xfrm>
          <a:prstGeom prst="roundRect">
            <a:avLst>
              <a:gd name="adj" fmla="val 5333"/>
            </a:avLst>
          </a:prstGeom>
          <a:solidFill>
            <a:srgbClr val="E2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26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质量闭环：</a:t>
            </a:r>
            <a:pPr indent="0" marL="0">
              <a:buNone/>
            </a:pPr>
            <a:r>
              <a:rPr lang="en-US" sz="1450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接受第三方测试检查 → 修复越权、超时盲区、乱序回执、并发编号、口径不一致等 6 个 P1 及全部 P2 问题 → 每个复现场景固化为自动化回归测试 → 27 项全通过（docs/验收测试记录）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权限与安全设计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三级角色 + 塘口授权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977640" y="184708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塘主/管理员全权；养殖员按塘授权，「可控制」与「可核查」分离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1155680" cy="0"/>
          </a:xfrm>
          <a:prstGeom prst="line">
            <a:avLst/>
          </a:prstGeom>
          <a:noFill/>
          <a:ln w="12700">
            <a:solidFill>
              <a:srgbClr val="D5E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资源绑定校验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977640" y="28986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任务绑定 URL 鱼塘与建议所属鱼塘；建议/告警/日志访问均校验归属，跨塘一律 403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794760"/>
            <a:ext cx="11155680" cy="0"/>
          </a:xfrm>
          <a:prstGeom prst="line">
            <a:avLst/>
          </a:prstGeom>
          <a:noFill/>
          <a:ln w="12700">
            <a:solidFill>
              <a:srgbClr val="D5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全程审计留痕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77640" y="395020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校验失败、下发与回执、核查与配置变更全部写审计日志（不含敏感信息）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846320"/>
            <a:ext cx="11155680" cy="0"/>
          </a:xfrm>
          <a:prstGeom prst="line">
            <a:avLst/>
          </a:prstGeom>
          <a:noFill/>
          <a:ln w="12700">
            <a:solidFill>
              <a:srgbClr val="D5E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983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输入防御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77640" y="500176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未来时间、NaN、负实测量、非法回执状态一律 400；坏参数 400、资源缺失 404，不裸抛 500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LIMITS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诚实的边界，清晰的下一步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311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8562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演示规则非养殖阈值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94760" y="18562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建议参数为课堂联调口径，界面全程标注「不得作为实际养殖依据」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0" y="18562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接真实参数标定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62072"/>
            <a:ext cx="1118311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93522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视觉为启发式算法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94760" y="29352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OpenCV 漂浮物检测会误报反光/水草，因此结果强制走人工确认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0" y="293522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换深度模型不影响流程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41064"/>
            <a:ext cx="1118311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401421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真实硬件未接入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401421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终端为仿真器，但协议即 HTTP 轮询 + 回执，真设备实现同接口即可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0" y="401421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换协议适配层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20056"/>
            <a:ext cx="1118311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5093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小程序需 AppID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94760" y="50932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6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原生脚手架已完成三页并直连同套 API，真机预览需注册账号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0" y="5093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E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注册后即可联调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749040"/>
            <a:ext cx="6217920" cy="6217920"/>
          </a:xfrm>
          <a:prstGeom prst="ellipse">
            <a:avLst/>
          </a:prstGeom>
          <a:solidFill>
            <a:srgbClr val="0E5E56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谢谢各位老师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DE6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恳请批评指正 · 欢迎现场演示与提问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4572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FA8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现场演示：python backend/app.py  →  http://127.0.0.1:5000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FA8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验收测试：python tests/test_acceptance.py   （27 项场景）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FA8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一键启动：双击 start.bat（装依赖 → 建库 → 载数据 → 开浏览器）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白蕉水产养殖管理平台 · 答辩</dc:title>
  <dc:subject>PptxGenJS Presentation</dc:subject>
  <dc:creator>智能渔业-3组</dc:creator>
  <cp:lastModifiedBy>智能渔业-3组</cp:lastModifiedBy>
  <cp:revision>1</cp:revision>
  <dcterms:created xsi:type="dcterms:W3CDTF">2026-09-12T16:22:56Z</dcterms:created>
  <dcterms:modified xsi:type="dcterms:W3CDTF">2026-09-12T16:22:56Z</dcterms:modified>
</cp:coreProperties>
</file>